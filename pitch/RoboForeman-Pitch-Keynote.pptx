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x="12191695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355277A-889E-4126-B6E2-71A82AE678A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 can build almost anything now. But it doesn't know your project.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Roboforeman fixes that — in two minutes. Let me show you.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ABA1B2-3835-4C4E-A42A-F0FDD46171E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Priya. She's got the smartest assistant in the world in her editor.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She says "add the payment screen" — and it writes code that ignores her project's style,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calls commands that don't exist, and breaks something that worked.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she's fixing the AI instead of building. Every developer here has lived this.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FDA11A-640E-4204-B3B3-291FB6E65AB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But the AI isn't dumb — it's unbriefed. Drop a world-class builder on a site and tell them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nothing, of course they guess wrong. That's Roboforeman's job: it walks your codebase, sees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what's missing, and hands the AI the site map, the rulebook, the safety tape, and how your team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actually does things. Watch it run.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E6912B-6A06-4B10-8938-4EA86BFF9FE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One command — it inspects the repo with an honest checklist. No vibes.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command — I tick what I want, hit Lock it in, and the crew works: rules, a project map,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skills learned from the repo's own code. Everything's backed up first — nothing overwritten.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Then /contribute — pick a good-first-issue, solve it to definition-of-done, ship a draft PR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with zero foreman files in the diff. Now the same request as before… and this time, the AI nails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E53BF62-9104-46B2-B483-C7FACB8D2DB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engineers are thinking — I could just make those files myself. You could. Once. For one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repo. If you remember every rule every time and never commit a secret. Roboforeman does 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instantly, the same way, on every project — and never forgets the safety tape. On open-source,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 won't even pollute your PR. That's automation — not a prompt you retype.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8DFB23-82A9-4581-AA08-3A3DDA31986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Under the cartoon it's a real, standard Cursor plugin. The decisions are AI — it reads your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code and, with Exa, your stack's live docs. The plumbing is deterministic — tested detection,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never overwrites your files, one-command undo, and triple protection so foreman files never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land in an OSS PR. We even gave the foreman a voice with ElevenLabs.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Judgment where you want AI; trust where you want safety.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1E37C7-5931-41BD-8444-BA94D4B8A36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 can build anything — it just needed to know your project. Now it does.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Point it at your repo or any open-source giant — scan, build, contribute.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Can we fix your repo? Yes we can. Thank you.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020829-75EA-435A-8BD5-F91457DC02C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8CFD56-27B0-40BE-8B87-3654D9A9F6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E7F220-65E2-4B17-B898-776C8D5C27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70D6063-6B60-45C0-82E0-6BA4EE03A2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40F4A1-4402-4E23-8D1C-DC82A4AC4A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CEB116E-9EC7-40F4-AF3D-0E619C9BBB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AA85F56-BE74-4A14-B4EC-5B1997F385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8BDF195-F77C-4741-8389-3E20451DC7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95BE4B6-8836-407D-B63C-B76E830E09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9CED09B-9700-456A-A455-609F29C773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9F0220F-AA95-4A7F-8B3E-441B747D69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23E25EB-F10B-4D3D-9E51-3AC6B9B0B9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4CCFFB-701A-4210-AB2B-0AC51DD499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3DF221-0D6A-4150-8B85-CE7453A4704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6FD065-09A8-4E13-A63B-5D214568983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7F4048-2A9D-4590-A6D4-A161A9CA41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30E8AA-D6E7-494B-9E44-312D31371F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235E14-F000-4FBF-9A43-54F423048D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26A4F2-E221-4578-872F-70BE628C97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48E3A4-8B20-41FB-AB6E-F6AA6B4762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F9D390-8EA8-4E3D-85E5-1B03CA5E13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B04EF5-1B5F-471F-B706-A56DD49541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1AFD1E-C455-4EE0-9624-EFE798FCC9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5" name="Picture 3" descr="hardhat-mark.png"/>
          <p:cNvPicPr/>
          <p:nvPr/>
        </p:nvPicPr>
        <p:blipFill>
          <a:blip r:embed="rId1"/>
          <a:stretch/>
        </p:blipFill>
        <p:spPr>
          <a:xfrm>
            <a:off x="777240" y="141732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76" name="TextBox 4"/>
          <p:cNvSpPr/>
          <p:nvPr/>
        </p:nvSpPr>
        <p:spPr>
          <a:xfrm>
            <a:off x="777240" y="22402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c26a00"/>
                </a:solidFill>
                <a:latin typeface="Arial"/>
                <a:ea typeface="Arial"/>
              </a:rPr>
              <a:t>TEAM SMARTSENSE  ·  AI FOR EVERYDAY EXPERIENCES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777240" y="265176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6000" spc="-1" strike="noStrike">
                <a:solidFill>
                  <a:srgbClr val="ffffff"/>
                </a:solidFill>
                <a:latin typeface="Helvetica Neue"/>
                <a:ea typeface="Helvetica Neue"/>
              </a:rPr>
              <a:t>roboforeman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777240" y="3794760"/>
            <a:ext cx="10240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i="1" lang="en-US" sz="2600" spc="-1" strike="noStrike">
                <a:solidFill>
                  <a:srgbClr val="d0d0c8"/>
                </a:solidFill>
                <a:latin typeface="Helvetica Neue"/>
                <a:ea typeface="Helvetica Neue"/>
              </a:rPr>
              <a:t>Your AI builds anything — it just doesn't know your project.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777240" y="5074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9a9a9a"/>
                </a:solidFill>
                <a:latin typeface="Arial"/>
                <a:ea typeface="Arial"/>
              </a:rPr>
              <a:t>One scan. Agent-ready. Ready to contribute.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640080" y="502920"/>
            <a:ext cx="502560" cy="7272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640080" y="685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c26a00"/>
                </a:solidFill>
                <a:latin typeface="Arial"/>
                <a:ea typeface="Arial"/>
              </a:rPr>
              <a:t>THE PROBLEM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640080" y="105156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6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Meet Priya. Shipping a new feature.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5"/>
          <p:cNvSpPr/>
          <p:nvPr/>
        </p:nvSpPr>
        <p:spPr>
          <a:xfrm>
            <a:off x="640080" y="2468880"/>
            <a:ext cx="72720" cy="2011320"/>
          </a:xfrm>
          <a:prstGeom prst="rect">
            <a:avLst/>
          </a:prstGeom>
          <a:solidFill>
            <a:srgbClr val="a83a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914400" y="2514600"/>
            <a:ext cx="324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Wrong style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914400" y="3108960"/>
            <a:ext cx="3200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5c5c5c"/>
                </a:solidFill>
                <a:latin typeface="Arial"/>
                <a:ea typeface="Arial"/>
              </a:rPr>
              <a:t>Ignores how her project actually writes code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8"/>
          <p:cNvSpPr/>
          <p:nvPr/>
        </p:nvSpPr>
        <p:spPr>
          <a:xfrm>
            <a:off x="4480560" y="2468880"/>
            <a:ext cx="72720" cy="2011320"/>
          </a:xfrm>
          <a:prstGeom prst="rect">
            <a:avLst/>
          </a:prstGeom>
          <a:solidFill>
            <a:srgbClr val="a83a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4754880" y="2514600"/>
            <a:ext cx="324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Fake commands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4754880" y="3108960"/>
            <a:ext cx="3200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5c5c5c"/>
                </a:solidFill>
                <a:latin typeface="Arial"/>
                <a:ea typeface="Arial"/>
              </a:rPr>
              <a:t>Calls scripts that don't exist in the repo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11"/>
          <p:cNvSpPr/>
          <p:nvPr/>
        </p:nvSpPr>
        <p:spPr>
          <a:xfrm>
            <a:off x="8321040" y="2468880"/>
            <a:ext cx="72720" cy="2011320"/>
          </a:xfrm>
          <a:prstGeom prst="rect">
            <a:avLst/>
          </a:prstGeom>
          <a:solidFill>
            <a:srgbClr val="a83a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8595360" y="2514600"/>
            <a:ext cx="324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Breaks working code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8595360" y="3108960"/>
            <a:ext cx="3200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5c5c5c"/>
                </a:solidFill>
                <a:latin typeface="Arial"/>
                <a:ea typeface="Arial"/>
              </a:rPr>
              <a:t>Touches files it shouldn't — now she fixes the AI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4"/>
          <p:cNvSpPr/>
          <p:nvPr/>
        </p:nvSpPr>
        <p:spPr>
          <a:xfrm>
            <a:off x="640080" y="512064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i="1" lang="en-US" sz="18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She's correcting the assistant instead of building. Every developer here has lived this.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5"/>
          <p:cNvSpPr/>
          <p:nvPr/>
        </p:nvSpPr>
        <p:spPr>
          <a:xfrm>
            <a:off x="64008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9a9a9a"/>
                </a:solidFill>
                <a:latin typeface="Arial"/>
                <a:ea typeface="Arial"/>
              </a:rPr>
              <a:t>roboforeman  ·  SmartSense  ·  Cursor Hackathon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6"/>
          <p:cNvSpPr/>
          <p:nvPr/>
        </p:nvSpPr>
        <p:spPr>
          <a:xfrm>
            <a:off x="10789920" y="6446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9a9a9a"/>
                </a:solidFill>
                <a:latin typeface="Arial"/>
                <a:ea typeface="Arial"/>
              </a:rPr>
              <a:t>02 / 07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640080" y="502920"/>
            <a:ext cx="502560" cy="7272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640080" y="685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c26a00"/>
                </a:solidFill>
                <a:latin typeface="Arial"/>
                <a:ea typeface="Arial"/>
              </a:rPr>
              <a:t>THE REFRAME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640080" y="105156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6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The AI isn't dumb — it's unbriefed.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640080" y="233172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No site map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5669280" y="233172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5c5c5c"/>
                </a:solidFill>
                <a:latin typeface="Arial"/>
                <a:ea typeface="Arial"/>
              </a:rPr>
              <a:t>No AGENTS.md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640080" y="297180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No rulebook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5669280" y="297180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5c5c5c"/>
                </a:solidFill>
                <a:latin typeface="Arial"/>
                <a:ea typeface="Arial"/>
              </a:rPr>
              <a:t>No .cursor/rules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640080" y="361188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No safety tape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669280" y="361188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5c5c5c"/>
                </a:solidFill>
                <a:latin typeface="Arial"/>
                <a:ea typeface="Arial"/>
              </a:rPr>
              <a:t>No hooks / .cursorignore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640080" y="425196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No crew habits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5669280" y="425196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5c5c5c"/>
                </a:solidFill>
                <a:latin typeface="Arial"/>
                <a:ea typeface="Arial"/>
              </a:rPr>
              <a:t>No skills from your code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13"/>
          <p:cNvSpPr/>
          <p:nvPr/>
        </p:nvSpPr>
        <p:spPr>
          <a:xfrm>
            <a:off x="640080" y="5074920"/>
            <a:ext cx="10881000" cy="82260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14"/>
          <p:cNvSpPr/>
          <p:nvPr/>
        </p:nvSpPr>
        <p:spPr>
          <a:xfrm>
            <a:off x="914400" y="521208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200" spc="-1" strike="noStrike">
                <a:solidFill>
                  <a:srgbClr val="ffffff"/>
                </a:solidFill>
                <a:latin typeface="Helvetica Neue"/>
                <a:ea typeface="Helvetica Neue"/>
              </a:rPr>
              <a:t>Roboforeman briefs it — so the builder stops guessing.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5"/>
          <p:cNvSpPr/>
          <p:nvPr/>
        </p:nvSpPr>
        <p:spPr>
          <a:xfrm>
            <a:off x="64008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9a9a9a"/>
                </a:solidFill>
                <a:latin typeface="Arial"/>
                <a:ea typeface="Arial"/>
              </a:rPr>
              <a:t>roboforeman  ·  SmartSense  ·  Cursor Hackathon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6"/>
          <p:cNvSpPr/>
          <p:nvPr/>
        </p:nvSpPr>
        <p:spPr>
          <a:xfrm>
            <a:off x="10789920" y="6446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9a9a9a"/>
                </a:solidFill>
                <a:latin typeface="Arial"/>
                <a:ea typeface="Arial"/>
              </a:rPr>
              <a:t>03 / 07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640080" y="3200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c26a00"/>
                </a:solidFill>
                <a:latin typeface="Arial"/>
                <a:ea typeface="Arial"/>
              </a:rPr>
              <a:t>DEMO  ·  6× FAST-FORWARD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640080" y="6400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Helvetica Neue"/>
                <a:ea typeface="Helvetica Neue"/>
              </a:rPr>
              <a:t>/scan  →  /build  →  /contribute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5"/>
          <p:cNvSpPr/>
          <p:nvPr/>
        </p:nvSpPr>
        <p:spPr>
          <a:xfrm>
            <a:off x="640080" y="1371600"/>
            <a:ext cx="7863480" cy="4754520"/>
          </a:xfrm>
          <a:prstGeom prst="rect">
            <a:avLst/>
          </a:prstGeom>
          <a:solidFill>
            <a:srgbClr val="2a2a28"/>
          </a:solidFill>
          <a:ln w="12700">
            <a:solidFill>
              <a:srgbClr val="3a3a3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7" name="Picture 6" descr="play-badge.png"/>
          <p:cNvPicPr/>
          <p:nvPr/>
        </p:nvPicPr>
        <p:blipFill>
          <a:blip r:embed="rId1"/>
          <a:stretch/>
        </p:blipFill>
        <p:spPr>
          <a:xfrm>
            <a:off x="3977640" y="3108960"/>
            <a:ext cx="1005480" cy="1005480"/>
          </a:xfrm>
          <a:prstGeom prst="rect">
            <a:avLst/>
          </a:prstGeom>
          <a:ln w="0">
            <a:noFill/>
          </a:ln>
        </p:spPr>
      </p:pic>
      <p:sp>
        <p:nvSpPr>
          <p:cNvPr id="118" name="TextBox 7"/>
          <p:cNvSpPr/>
          <p:nvPr/>
        </p:nvSpPr>
        <p:spPr>
          <a:xfrm>
            <a:off x="1005840" y="4297680"/>
            <a:ext cx="7131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9a9a9a"/>
                </a:solidFill>
                <a:latin typeface="Arial"/>
                <a:ea typeface="Arial"/>
              </a:rPr>
              <a:t>Drop your demo video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9a9a9a"/>
                </a:solidFill>
                <a:latin typeface="Arial"/>
                <a:ea typeface="Arial"/>
              </a:rPr>
              <a:t>Replace this frame before the pitch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8"/>
          <p:cNvSpPr/>
          <p:nvPr/>
        </p:nvSpPr>
        <p:spPr>
          <a:xfrm>
            <a:off x="8778240" y="1417320"/>
            <a:ext cx="72720" cy="114264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9052560" y="14173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c26a00"/>
                </a:solidFill>
                <a:latin typeface="Arial"/>
                <a:ea typeface="Arial"/>
              </a:rPr>
              <a:t>01  /scan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9052560" y="178308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c8c8c0"/>
                </a:solidFill>
                <a:latin typeface="Arial"/>
                <a:ea typeface="Arial"/>
              </a:rPr>
              <a:t>Stack detect + honest checklist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11"/>
          <p:cNvSpPr/>
          <p:nvPr/>
        </p:nvSpPr>
        <p:spPr>
          <a:xfrm>
            <a:off x="8778240" y="2834640"/>
            <a:ext cx="72720" cy="114264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12"/>
          <p:cNvSpPr/>
          <p:nvPr/>
        </p:nvSpPr>
        <p:spPr>
          <a:xfrm>
            <a:off x="9052560" y="28346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c26a00"/>
                </a:solidFill>
                <a:latin typeface="Arial"/>
                <a:ea typeface="Arial"/>
              </a:rPr>
              <a:t>02  /build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13"/>
          <p:cNvSpPr/>
          <p:nvPr/>
        </p:nvSpPr>
        <p:spPr>
          <a:xfrm>
            <a:off x="9052560" y="320040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c8c8c0"/>
                </a:solidFill>
                <a:latin typeface="Arial"/>
                <a:ea typeface="Arial"/>
              </a:rPr>
              <a:t>Rules, map, skills — backed up first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14"/>
          <p:cNvSpPr/>
          <p:nvPr/>
        </p:nvSpPr>
        <p:spPr>
          <a:xfrm>
            <a:off x="8778240" y="4251960"/>
            <a:ext cx="72720" cy="114264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15"/>
          <p:cNvSpPr/>
          <p:nvPr/>
        </p:nvSpPr>
        <p:spPr>
          <a:xfrm>
            <a:off x="9052560" y="425196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c26a00"/>
                </a:solidFill>
                <a:latin typeface="Arial"/>
                <a:ea typeface="Arial"/>
              </a:rPr>
              <a:t>03  /contribute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16"/>
          <p:cNvSpPr/>
          <p:nvPr/>
        </p:nvSpPr>
        <p:spPr>
          <a:xfrm>
            <a:off x="9052560" y="461772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c8c8c0"/>
                </a:solidFill>
                <a:latin typeface="Arial"/>
                <a:ea typeface="Arial"/>
              </a:rPr>
              <a:t>Issue → fix → draft PR, no pollution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ectangle 2"/>
          <p:cNvSpPr/>
          <p:nvPr/>
        </p:nvSpPr>
        <p:spPr>
          <a:xfrm>
            <a:off x="640080" y="502920"/>
            <a:ext cx="502560" cy="7272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640080" y="685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c26a00"/>
                </a:solidFill>
                <a:latin typeface="Arial"/>
                <a:ea typeface="Arial"/>
              </a:rPr>
              <a:t>WHY NOT JUST PROMPT IT?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640080" y="1051560"/>
            <a:ext cx="10789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i="1" lang="en-US" sz="32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"Can't I just make these files myself?"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5"/>
          <p:cNvSpPr/>
          <p:nvPr/>
        </p:nvSpPr>
        <p:spPr>
          <a:xfrm>
            <a:off x="640080" y="2468880"/>
            <a:ext cx="5211720" cy="292572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960120" y="2743200"/>
            <a:ext cx="45716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2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Sure — once.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5c5c5c"/>
                </a:solidFill>
                <a:latin typeface="Arial"/>
                <a:ea typeface="Arial"/>
              </a:rPr>
              <a:t>For one repo.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5c5c5c"/>
                </a:solidFill>
                <a:latin typeface="Arial"/>
                <a:ea typeface="Arial"/>
              </a:rPr>
              <a:t>If you remember every rule,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5c5c5c"/>
                </a:solidFill>
                <a:latin typeface="Arial"/>
                <a:ea typeface="Arial"/>
              </a:rPr>
              <a:t>every time — and never commit a secret.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 7"/>
          <p:cNvSpPr/>
          <p:nvPr/>
        </p:nvSpPr>
        <p:spPr>
          <a:xfrm>
            <a:off x="6263640" y="2468880"/>
            <a:ext cx="5211720" cy="292572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6583680" y="2743200"/>
            <a:ext cx="45716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200" spc="-1" strike="noStrike">
                <a:solidFill>
                  <a:srgbClr val="c26a00"/>
                </a:solidFill>
                <a:latin typeface="Helvetica Neue"/>
                <a:ea typeface="Helvetica Neue"/>
              </a:rPr>
              <a:t>Roboforeman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instantly  ·  identically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safely  ·  on every repo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9a9a9a"/>
                </a:solidFill>
                <a:latin typeface="Arial"/>
                <a:ea typeface="Arial"/>
              </a:rPr>
              <a:t>including open-source you don't own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9"/>
          <p:cNvSpPr/>
          <p:nvPr/>
        </p:nvSpPr>
        <p:spPr>
          <a:xfrm>
            <a:off x="64008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9a9a9a"/>
                </a:solidFill>
                <a:latin typeface="Arial"/>
                <a:ea typeface="Arial"/>
              </a:rPr>
              <a:t>roboforeman  ·  SmartSense  ·  Cursor Hackathon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0"/>
          <p:cNvSpPr/>
          <p:nvPr/>
        </p:nvSpPr>
        <p:spPr>
          <a:xfrm>
            <a:off x="10789920" y="6446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9a9a9a"/>
                </a:solidFill>
                <a:latin typeface="Arial"/>
                <a:ea typeface="Arial"/>
              </a:rPr>
              <a:t>05 / 07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Rectangle 2"/>
          <p:cNvSpPr/>
          <p:nvPr/>
        </p:nvSpPr>
        <p:spPr>
          <a:xfrm>
            <a:off x="640080" y="502920"/>
            <a:ext cx="502560" cy="7272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640080" y="685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c26a00"/>
                </a:solidFill>
                <a:latin typeface="Arial"/>
                <a:ea typeface="Arial"/>
              </a:rPr>
              <a:t>UNDER THE HOOD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640080" y="105156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2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Fun on top. Real engineering underneath.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5"/>
          <p:cNvSpPr/>
          <p:nvPr/>
        </p:nvSpPr>
        <p:spPr>
          <a:xfrm>
            <a:off x="640080" y="2148840"/>
            <a:ext cx="72720" cy="255996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914400" y="214884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AI for judgment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914400" y="278892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c5c5c"/>
                </a:solidFill>
                <a:latin typeface="Arial"/>
                <a:ea typeface="Arial"/>
              </a:rPr>
              <a:t>Reads your code — and your CONTRIBUTING.md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914400" y="329184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c5c5c"/>
                </a:solidFill>
                <a:latin typeface="Arial"/>
                <a:ea typeface="Arial"/>
              </a:rPr>
              <a:t>Mines skills from real exemplar files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914400" y="37947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c5c5c"/>
                </a:solidFill>
                <a:latin typeface="Arial"/>
                <a:ea typeface="Arial"/>
              </a:rPr>
              <a:t>Exa → live stack docs, not stale guesses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6309360" y="2148840"/>
            <a:ext cx="72720" cy="255996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11"/>
          <p:cNvSpPr/>
          <p:nvPr/>
        </p:nvSpPr>
        <p:spPr>
          <a:xfrm>
            <a:off x="6583680" y="214884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pc="-1" strike="noStrike">
                <a:solidFill>
                  <a:srgbClr val="141414"/>
                </a:solidFill>
                <a:latin typeface="Helvetica Neue"/>
                <a:ea typeface="Helvetica Neue"/>
              </a:rPr>
              <a:t>Deterministic for trust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12"/>
          <p:cNvSpPr/>
          <p:nvPr/>
        </p:nvSpPr>
        <p:spPr>
          <a:xfrm>
            <a:off x="6583680" y="278892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c5c5c"/>
                </a:solidFill>
                <a:latin typeface="Arial"/>
                <a:ea typeface="Arial"/>
              </a:rPr>
              <a:t>Tested detection &amp; merge scripts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13"/>
          <p:cNvSpPr/>
          <p:nvPr/>
        </p:nvSpPr>
        <p:spPr>
          <a:xfrm>
            <a:off x="6583680" y="329184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c5c5c"/>
                </a:solidFill>
                <a:latin typeface="Arial"/>
                <a:ea typeface="Arial"/>
              </a:rPr>
              <a:t>Never-clobber + one-command undo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14"/>
          <p:cNvSpPr/>
          <p:nvPr/>
        </p:nvSpPr>
        <p:spPr>
          <a:xfrm>
            <a:off x="6583680" y="37947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5c5c5c"/>
                </a:solidFill>
                <a:latin typeface="Arial"/>
                <a:ea typeface="Arial"/>
              </a:rPr>
              <a:t>No-pollution guards on OSS PRs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15"/>
          <p:cNvSpPr/>
          <p:nvPr/>
        </p:nvSpPr>
        <p:spPr>
          <a:xfrm>
            <a:off x="640080" y="5120640"/>
            <a:ext cx="10881000" cy="77688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16"/>
          <p:cNvSpPr/>
          <p:nvPr/>
        </p:nvSpPr>
        <p:spPr>
          <a:xfrm>
            <a:off x="914400" y="525780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141414"/>
                </a:solidFill>
                <a:latin typeface="Arial"/>
                <a:ea typeface="Arial"/>
              </a:rPr>
              <a:t>Exa  ·  ElevenLabs (the foreman speaks)  ·  Render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17"/>
          <p:cNvSpPr/>
          <p:nvPr/>
        </p:nvSpPr>
        <p:spPr>
          <a:xfrm>
            <a:off x="64008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9a9a9a"/>
                </a:solidFill>
                <a:latin typeface="Arial"/>
                <a:ea typeface="Arial"/>
              </a:rPr>
              <a:t>roboforeman  ·  SmartSense  ·  Cursor Hackathon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8"/>
          <p:cNvSpPr/>
          <p:nvPr/>
        </p:nvSpPr>
        <p:spPr>
          <a:xfrm>
            <a:off x="10789920" y="6446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9a9a9a"/>
                </a:solidFill>
                <a:latin typeface="Arial"/>
                <a:ea typeface="Arial"/>
              </a:rPr>
              <a:t>06 / 07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616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c26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8" name="Picture 3" descr="hardhat-mark.png"/>
          <p:cNvPicPr/>
          <p:nvPr/>
        </p:nvPicPr>
        <p:blipFill>
          <a:blip r:embed="rId1"/>
          <a:stretch/>
        </p:blipFill>
        <p:spPr>
          <a:xfrm>
            <a:off x="5715000" y="1234440"/>
            <a:ext cx="776880" cy="776880"/>
          </a:xfrm>
          <a:prstGeom prst="rect">
            <a:avLst/>
          </a:prstGeom>
          <a:ln w="0">
            <a:noFill/>
          </a:ln>
        </p:spPr>
      </p:pic>
      <p:sp>
        <p:nvSpPr>
          <p:cNvPr id="159" name="TextBox 4"/>
          <p:cNvSpPr/>
          <p:nvPr/>
        </p:nvSpPr>
        <p:spPr>
          <a:xfrm>
            <a:off x="731520" y="228600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600" spc="-1" strike="noStrike">
                <a:solidFill>
                  <a:srgbClr val="ffffff"/>
                </a:solidFill>
                <a:latin typeface="Helvetica Neue"/>
                <a:ea typeface="Helvetica Neue"/>
              </a:rPr>
              <a:t>Can we fix your repo? Yes we can.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1371600" y="3520440"/>
            <a:ext cx="9417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c8c8c0"/>
                </a:solidFill>
                <a:latin typeface="Arial"/>
                <a:ea typeface="Arial"/>
              </a:rPr>
              <a:t>Brief your AI. Build your features.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c8c8c0"/>
                </a:solidFill>
                <a:latin typeface="Arial"/>
                <a:ea typeface="Arial"/>
              </a:rPr>
              <a:t>Contribute to open source — without the setup tax.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731520" y="484632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pc="-1" strike="noStrike">
                <a:solidFill>
                  <a:srgbClr val="c26a00"/>
                </a:solidFill>
                <a:latin typeface="Helvetica Neue"/>
                <a:ea typeface="Helvetica Neue"/>
              </a:rPr>
              <a:t>roboforeman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731520" y="557784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9a9a9a"/>
                </a:solidFill>
                <a:latin typeface="Arial"/>
                <a:ea typeface="Arial"/>
              </a:rPr>
              <a:t>SmartSense  ·  Built on Cursor  ·  Thank you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