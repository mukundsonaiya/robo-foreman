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can build almost anything now. But it doesn't know your project.</a:t>
            </a:r>
          </a:p>
          <a:p>
            <a:r>
              <a:t>Roboforeman fixes that — in two minutes. Let me show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Priya. She's got the smartest assistant in the world in her editor.</a:t>
            </a:r>
          </a:p>
          <a:p>
            <a:r>
              <a:t>She says "add the payment screen" — and it writes code that ignores her project's style,</a:t>
            </a:r>
          </a:p>
          <a:p>
            <a:r>
              <a:t>calls commands that don't exist, and breaks something that worked.</a:t>
            </a:r>
          </a:p>
          <a:p>
            <a:r>
              <a:t>Now she's fixing the AI instead of building. Every developer here has lived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But the AI isn't dumb — it's unbriefed. Drop a world-class builder on a site and tell them</a:t>
            </a:r>
          </a:p>
          <a:p>
            <a:r>
              <a:t>nothing, of course they guess wrong. That's Roboforeman's job: it walks your codebase, sees</a:t>
            </a:r>
          </a:p>
          <a:p>
            <a:r>
              <a:t>what's missing, and hands the AI the site map, the rulebook, the safety tape, and how your team</a:t>
            </a:r>
          </a:p>
          <a:p>
            <a:r>
              <a:t>actually does things. Watch it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command — it inspects the repo with an honest checklist. No vibes.</a:t>
            </a:r>
          </a:p>
          <a:p>
            <a:r>
              <a:t>Second command — I tick what I want, hit Lock it in, and the crew works: rules, a project map,</a:t>
            </a:r>
          </a:p>
          <a:p>
            <a:r>
              <a:t>and skills learned from the repo's own code. Everything's backed up first — nothing overwritten.</a:t>
            </a:r>
          </a:p>
          <a:p>
            <a:r>
              <a:t>Then /contribute — pick a good-first-issue, solve it to definition-of-done, ship a draft PR</a:t>
            </a:r>
          </a:p>
          <a:p>
            <a:r>
              <a:t>with zero foreman files in the diff. Now the same request as before… and this time, the AI nails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engineers are thinking — I could just make those files myself. You could. Once. For one</a:t>
            </a:r>
          </a:p>
          <a:p>
            <a:r>
              <a:t>repo. If you remember every rule every time and never commit a secret. Roboforeman does it</a:t>
            </a:r>
          </a:p>
          <a:p>
            <a:r>
              <a:t>instantly, the same way, on every project — and never forgets the safety tape. On open-source,</a:t>
            </a:r>
          </a:p>
          <a:p>
            <a:r>
              <a:t>it won't even pollute your PR. That's automation — not a prompt you retype.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 the cartoon it's a real, standard Cursor plugin. The decisions are AI — it reads your</a:t>
            </a:r>
          </a:p>
          <a:p>
            <a:r>
              <a:t>code and, with Exa, your stack's live docs. The plumbing is deterministic — tested detection,</a:t>
            </a:r>
          </a:p>
          <a:p>
            <a:r>
              <a:t>never overwrites your files, one-command undo, and triple protection so foreman files never</a:t>
            </a:r>
          </a:p>
          <a:p>
            <a:r>
              <a:t>land in an OSS PR. We even gave the foreman a voice with ElevenLabs.</a:t>
            </a:r>
          </a:p>
          <a:p>
            <a:r>
              <a:t>Judgment where you want AI; trust where you want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can build anything — it just needed to know your project. Now it does.</a:t>
            </a:r>
          </a:p>
          <a:p>
            <a:r>
              <a:t>Point it at your repo or any open-source giant — scan, build, contribute.</a:t>
            </a:r>
          </a:p>
          <a:p>
            <a:r>
              <a:t>Can we fix your repo? Yes we can.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rdhat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2402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26A00"/>
                </a:solidFill>
                <a:latin typeface="Calibri"/>
                <a:ea typeface="Calibri"/>
                <a:cs typeface="Calibri"/>
              </a:rPr>
              <a:t>TEAM SMARTSENSE  ·  AI FOR EVERYDAY EXPERIENCES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51760"/>
            <a:ext cx="10515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roboforeman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102412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0" i="1">
                <a:solidFill>
                  <a:srgbClr val="D0D0C8"/>
                </a:solidFill>
                <a:latin typeface="Georgia"/>
                <a:ea typeface="Georgia"/>
                <a:cs typeface="Georgia"/>
              </a:rPr>
              <a:t>Your AI builds anything — it just doesn't know your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749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One scan. Agent-ready. Ready to contribute.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502920" cy="73152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26A00"/>
                </a:solidFill>
                <a:latin typeface="Calibri"/>
                <a:ea typeface="Calibri"/>
                <a:cs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41414"/>
                </a:solidFill>
                <a:latin typeface="Georgia"/>
                <a:ea typeface="Georgia"/>
                <a:cs typeface="Georgia"/>
              </a:rPr>
              <a:t>Meet Priya. Shipping a new feature.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73152" cy="2011680"/>
          </a:xfrm>
          <a:prstGeom prst="rect">
            <a:avLst/>
          </a:prstGeom>
          <a:solidFill>
            <a:srgbClr val="A8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3246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414"/>
                </a:solidFill>
                <a:latin typeface="Georgia"/>
                <a:ea typeface="Georgia"/>
                <a:cs typeface="Georgia"/>
              </a:rPr>
              <a:t>Wrong 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2004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Ignores how her project actually writes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468880"/>
            <a:ext cx="73152" cy="2011680"/>
          </a:xfrm>
          <a:prstGeom prst="rect">
            <a:avLst/>
          </a:prstGeom>
          <a:solidFill>
            <a:srgbClr val="A8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514600"/>
            <a:ext cx="3246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414"/>
                </a:solidFill>
                <a:latin typeface="Georgia"/>
                <a:ea typeface="Georgia"/>
                <a:cs typeface="Georgia"/>
              </a:rPr>
              <a:t>Fake commands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108960"/>
            <a:ext cx="32004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Calls scripts that don't exist in the repo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468880"/>
            <a:ext cx="73152" cy="2011680"/>
          </a:xfrm>
          <a:prstGeom prst="rect">
            <a:avLst/>
          </a:prstGeom>
          <a:solidFill>
            <a:srgbClr val="A8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514600"/>
            <a:ext cx="3246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414"/>
                </a:solidFill>
                <a:latin typeface="Georgia"/>
                <a:ea typeface="Georgia"/>
                <a:cs typeface="Georgia"/>
              </a:rPr>
              <a:t>Breaks working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108960"/>
            <a:ext cx="32004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Touches files it shouldn't — now she fixes the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141414"/>
                </a:solidFill>
                <a:latin typeface="Georgia"/>
                <a:ea typeface="Georgia"/>
                <a:cs typeface="Georgia"/>
              </a:rPr>
              <a:t>She's correcting the assistant instead of building. Every developer here has lived this.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roboforeman  ·  SmartSense  ·  Cursor Hackathon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502920" cy="73152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26A00"/>
                </a:solidFill>
                <a:latin typeface="Calibri"/>
                <a:ea typeface="Calibri"/>
                <a:cs typeface="Calibri"/>
              </a:rPr>
              <a:t>THE REFRAME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41414"/>
                </a:solidFill>
                <a:latin typeface="Georgia"/>
                <a:ea typeface="Georgia"/>
                <a:cs typeface="Georgia"/>
              </a:rPr>
              <a:t>The AI isn't dumb — it's unbriefed.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4754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1414"/>
                </a:solidFill>
                <a:latin typeface="Georgia"/>
                <a:ea typeface="Georgia"/>
                <a:cs typeface="Georgia"/>
              </a:rPr>
              <a:t>No site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331720"/>
            <a:ext cx="5669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No AGENTS.md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4754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1414"/>
                </a:solidFill>
                <a:latin typeface="Georgia"/>
                <a:ea typeface="Georgia"/>
                <a:cs typeface="Georgia"/>
              </a:rPr>
              <a:t>No rulebook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971800"/>
            <a:ext cx="5669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No .cursor/rules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4754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1414"/>
                </a:solidFill>
                <a:latin typeface="Georgia"/>
                <a:ea typeface="Georgia"/>
                <a:cs typeface="Georgia"/>
              </a:rPr>
              <a:t>No safety tape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611880"/>
            <a:ext cx="5669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No hooks / .cursorignore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4754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1414"/>
                </a:solidFill>
                <a:latin typeface="Georgia"/>
                <a:ea typeface="Georgia"/>
                <a:cs typeface="Georgia"/>
              </a:rPr>
              <a:t>No crew habits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251960"/>
            <a:ext cx="5669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No skills from your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74920"/>
            <a:ext cx="10881360" cy="82296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Roboforeman briefs it — so the builder stops guessing.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roboforeman  ·  SmartSense  ·  Cursor Hackathon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26A00"/>
                </a:solidFill>
                <a:latin typeface="Calibri"/>
                <a:ea typeface="Calibri"/>
                <a:cs typeface="Calibri"/>
              </a:rPr>
              <a:t>DEMO  ·  6× FAST-FORWARD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/scan  →  /build  →  /contribute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7863840" cy="4754880"/>
          </a:xfrm>
          <a:prstGeom prst="roundRect">
            <a:avLst>
              <a:gd name="adj" fmla="val 8000"/>
            </a:avLst>
          </a:prstGeom>
          <a:solidFill>
            <a:srgbClr val="2A2A28"/>
          </a:solidFill>
          <a:ln w="12700">
            <a:solidFill>
              <a:srgbClr val="3A3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lay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108960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4297680"/>
            <a:ext cx="7132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Drop your demo video here
Replace this frame before the pitch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1417320"/>
            <a:ext cx="73152" cy="1143000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141732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26A00"/>
                </a:solidFill>
                <a:latin typeface="Calibri"/>
                <a:ea typeface="Calibri"/>
                <a:cs typeface="Calibri"/>
              </a:rPr>
              <a:t>01  /scan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783080"/>
            <a:ext cx="2651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8C8C0"/>
                </a:solidFill>
                <a:latin typeface="Calibri"/>
                <a:ea typeface="Calibri"/>
                <a:cs typeface="Calibri"/>
              </a:rPr>
              <a:t>Stack detect + honest checklist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2834640"/>
            <a:ext cx="73152" cy="1143000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283464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26A00"/>
                </a:solidFill>
                <a:latin typeface="Calibri"/>
                <a:ea typeface="Calibri"/>
                <a:cs typeface="Calibri"/>
              </a:rPr>
              <a:t>02  /build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200400"/>
            <a:ext cx="2651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8C8C0"/>
                </a:solidFill>
                <a:latin typeface="Calibri"/>
                <a:ea typeface="Calibri"/>
                <a:cs typeface="Calibri"/>
              </a:rPr>
              <a:t>Rules, map, skills — backed up first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4251960"/>
            <a:ext cx="73152" cy="1143000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425196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26A00"/>
                </a:solidFill>
                <a:latin typeface="Calibri"/>
                <a:ea typeface="Calibri"/>
                <a:cs typeface="Calibri"/>
              </a:rPr>
              <a:t>03  /contribute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4617720"/>
            <a:ext cx="2651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8C8C0"/>
                </a:solidFill>
                <a:latin typeface="Calibri"/>
                <a:ea typeface="Calibri"/>
                <a:cs typeface="Calibri"/>
              </a:rPr>
              <a:t>Issue → fix → draft PR, no pollution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502920" cy="73152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26A00"/>
                </a:solidFill>
                <a:latin typeface="Calibri"/>
                <a:ea typeface="Calibri"/>
                <a:cs typeface="Calibri"/>
              </a:rPr>
              <a:t>WHY NOT JUST PROMPT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1">
                <a:solidFill>
                  <a:srgbClr val="141414"/>
                </a:solidFill>
                <a:latin typeface="Georgia"/>
                <a:ea typeface="Georgia"/>
                <a:cs typeface="Georgia"/>
              </a:rPr>
              <a:t>"Can't I just make these files myself?"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5212080" cy="2926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743200"/>
            <a:ext cx="45720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141414"/>
                </a:solidFill>
                <a:latin typeface="Georgia"/>
                <a:ea typeface="Georgia"/>
                <a:cs typeface="Georgia"/>
              </a:rPr>
              <a:t>Sure — once.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For one repo.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If you remember every rule,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every time — and never commit a secret.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468880"/>
            <a:ext cx="5212080" cy="29260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743200"/>
            <a:ext cx="45720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1" i="0">
                <a:solidFill>
                  <a:srgbClr val="C26A00"/>
                </a:solidFill>
                <a:latin typeface="Georgia"/>
                <a:ea typeface="Georgia"/>
                <a:cs typeface="Georgia"/>
              </a:rPr>
              <a:t>Roboforeman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instantly  ·  identically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safely  ·  on every repo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including open-source you don't 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roboforeman  ·  SmartSense  ·  Cursor Hackathon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502920" cy="73152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26A00"/>
                </a:solidFill>
                <a:latin typeface="Calibri"/>
                <a:ea typeface="Calibri"/>
                <a:cs typeface="Calibri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41414"/>
                </a:solidFill>
                <a:latin typeface="Georgia"/>
                <a:ea typeface="Georgia"/>
                <a:cs typeface="Georgia"/>
              </a:rPr>
              <a:t>Fun on top. Real engineering underneath.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73152" cy="2560320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414"/>
                </a:solidFill>
                <a:latin typeface="Georgia"/>
                <a:ea typeface="Georgia"/>
                <a:cs typeface="Georgia"/>
              </a:rPr>
              <a:t>AI for judgment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Reads your code — and your CONTRIBUTING.md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Mines skills from real exemplar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Exa → live stack docs, not stale guesses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48840"/>
            <a:ext cx="73152" cy="2560320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414"/>
                </a:solidFill>
                <a:latin typeface="Georgia"/>
                <a:ea typeface="Georgia"/>
                <a:cs typeface="Georgia"/>
              </a:rPr>
              <a:t>Deterministic for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8892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Tested detection &amp; merge scripts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9184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Never-clobber + one-command undo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9476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No-pollution guards on OSS PRs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120640"/>
            <a:ext cx="1088136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1414"/>
                </a:solidFill>
                <a:latin typeface="Calibri"/>
                <a:ea typeface="Calibri"/>
                <a:cs typeface="Calibri"/>
              </a:rPr>
              <a:t>Exa  ·  ElevenLabs (the foreman speaks)  ·  Render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roboforeman  ·  SmartSense  ·  Cursor Hackathon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rdhat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3444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Can we fix your repo? Yes we can.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20440"/>
            <a:ext cx="9418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C8C8C0"/>
                </a:solidFill>
                <a:latin typeface="Calibri"/>
                <a:ea typeface="Calibri"/>
                <a:cs typeface="Calibri"/>
              </a:rPr>
              <a:t>Brief your AI. Build your features.
Contribute to open source — without the setup tax.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26A00"/>
                </a:solidFill>
                <a:latin typeface="Georgia"/>
                <a:ea typeface="Georgia"/>
                <a:cs typeface="Georgia"/>
              </a:rPr>
              <a:t>roboforeman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SmartSense  ·  Built on Cursor  ·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